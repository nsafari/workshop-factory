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DDE3E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۱ از 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 چیست؟ این کارگاه برای کیست؟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DDE3E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۲۰ دقیقه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آشنایی با مفاهیم هوش مصنوعی • کارگاه 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دستور جلسه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چرا با چت کردن ساده کافی نیست؟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سه رکن دستیار هوشمند: دانش، مهارت، ابزار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چهار مثال ملموس از محیط کار شما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 چیست و اعضای خانوادهٔ آن کدام‌اند؟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سیر پنج‌دههٔ تحول هوش مصنوعی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۱: هوش مصنوعی چیست؟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 از ۱۱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پایان این کارگاه چه می‌دانید؟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اهداف یادگیری کارگاه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72200" y="1645920"/>
            <a:ext cx="548640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سه تفاوت کلیدی AI، ML و LLM</a:t>
            </a:r>
            <a:pPr rtl="1" algn="r" marL="127000" indent="-127000">
              <a:lnSpc>
                <a:spcPts val="26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مقایسهٔ تعداد پارامتر مدل‌های واقعی</a:t>
            </a:r>
            <a:pPr rtl="1" algn="r" marL="127000" indent="-127000">
              <a:lnSpc>
                <a:spcPts val="26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توصیف دستیار هوشمند برای شغل خودتان با سه رکن</a:t>
            </a:r>
            <a:pPr rtl="1" algn="r" marL="127000" indent="-127000">
              <a:lnSpc>
                <a:spcPts val="26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نقش لایه‌های شبکهٔ عصبی (ورودی، پنهان، خروجی)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48640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شرح Attention با یک مثال ساده</a:t>
            </a:r>
            <a:pPr rtl="1" algn="r" marL="127000" indent="-127000">
              <a:lnSpc>
                <a:spcPts val="26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تفاوت یادگیری خودنظارتی با نظارت‌شده</a:t>
            </a:r>
            <a:pPr rtl="1" algn="r" marL="127000" indent="-127000">
              <a:lnSpc>
                <a:spcPts val="26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مراحل پیش‌بینی کلمهٔ بعدی</a:t>
            </a:r>
            <a:pPr rtl="1" algn="r" marL="127000" indent="-127000">
              <a:lnSpc>
                <a:spcPts val="26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اجرا و تفسیر یک مدل رگرسیون خطی واقعی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۱: هوش مصنوعی چیست؟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 از ۱۱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چرا با چت کردن ساده کافی نیست؟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امروز بیشتر ما از هوش مصنوعی فقط سؤال می‌پرسیم و جواب می‌گیریم؛ تمام.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این حالت هوش مصنوعی فقط یک «موتور جستجوی هوشمند» است، نه یک دستیار.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پتانسیل واقعی وقتی آزاد می‌شود که مدل در جریان کارِ واقعی شما وارد شود: بخواند، بفهمد و عمل کند.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این کارگاه برای همهٔ اعضای موسسه است؛ هیچ پیش‌نیاز فنی لازم ندارد.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۱: هوش مصنوعی چیست؟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 از ۱۱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دستیار هوشمند = سه رکن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برای تبدیل چت‌بات به همکار واقعی، هر سه رکن لازم است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095488" y="1600200"/>
            <a:ext cx="3544824" cy="329184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182880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8324088" y="180136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 (Knowledge)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324088" y="2468880"/>
            <a:ext cx="304190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باید زمینهٔ کار را بشناسد: اهداف سازمان، ماموریت‌ها، فرمت طرح‌ها، طرفین پرونده، مهلت‌ها.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2064" y="1600200"/>
            <a:ext cx="3544824" cy="329184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5448" y="182880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4550664" y="180136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مهارت (Workflow)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50664" y="2468880"/>
            <a:ext cx="304190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باید بداند با اطلاعات چه کند: نزدیک شدن مهلت → هشدار خودکار؛ کم‌بودن مدرک → یادآوری.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600200"/>
            <a:ext cx="3544824" cy="329184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02024" y="182880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80136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ابزار (Tools)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2468880"/>
            <a:ext cx="304190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بتواند عمل کند، نه فقط فکر کند: خواندن فایل، جست‌وجو در وب، ارتباط از پیام‌رسان.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این دوره هر سه رکن را روی نمونه‌های واقعی خودمان می‌سازیم.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۱: هوش مصنوعی چیست؟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۵ از ۱۱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مثال‌های ملموس (۱)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نتیجهٔ دوره روی دو نقش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08776" y="1600200"/>
            <a:ext cx="5431536" cy="4023360"/>
          </a:xfrm>
          <a:prstGeom prst="roundRect">
            <a:avLst>
              <a:gd name="adj" fmla="val 2045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8872" y="182880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6437376" y="1801368"/>
            <a:ext cx="4928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مدیر طرح‌ها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37376" y="2468880"/>
            <a:ext cx="4928616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چالش: بررسی طرح‌های پیشنهادی از کانال‌های مختلف</a:t>
            </a:r>
            <a:endParaRPr lang="en-US" sz="1250" dirty="0"/>
          </a:p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بدون دستیار: بررسی دستی ایمیل‌ها و فایل‌ها؛ فرسودگی و تأخیر</a:t>
            </a:r>
            <a:endParaRPr lang="en-US" sz="1250" dirty="0"/>
          </a:p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 دستیار: بررسی خودکار، بازخورد هوشمند، پیشنهاد بهبود</a:t>
            </a:r>
            <a:endParaRPr lang="en-US" sz="1250" dirty="0"/>
          </a:p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نتیجه: مشاور هوشمندی که طرح‌ها را پخته می‌کند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5431536" cy="4023360"/>
          </a:xfrm>
          <a:prstGeom prst="roundRect">
            <a:avLst>
              <a:gd name="adj" fmla="val 2045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88736" y="182880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01368"/>
            <a:ext cx="4928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دانشجوی پژوهشگر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2468880"/>
            <a:ext cx="4928616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چالش: انجام کار پژوهشی</a:t>
            </a:r>
            <a:endParaRPr lang="en-US" sz="1250" dirty="0"/>
          </a:p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بدون دستیار: ساعت‌ها جست‌وجو و خواندن مقالات</a:t>
            </a:r>
            <a:endParaRPr lang="en-US" sz="1250" dirty="0"/>
          </a:p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 دستیار: جست‌وجوی هوشمند، خلاصه‌نویسی، تحلیل</a:t>
            </a:r>
            <a:endParaRPr lang="en-US" sz="1250" dirty="0"/>
          </a:p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نتیجه: مرور ادبیات، تحلیل شکاف‌ها، پیشنهاد روش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۱: هوش مصنوعی چیست؟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۶ از ۱۱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مثال‌های ملموس (۲)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08776" y="1554480"/>
            <a:ext cx="5431536" cy="4023360"/>
          </a:xfrm>
          <a:prstGeom prst="roundRect">
            <a:avLst>
              <a:gd name="adj" fmla="val 2045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48872" y="178308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6437376" y="1755648"/>
            <a:ext cx="4928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برنامه‌نویس شرکت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37376" y="2423160"/>
            <a:ext cx="4928616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چالش: توسعهٔ سریع‌تر نرم‌افزار</a:t>
            </a:r>
            <a:endParaRPr lang="en-US" sz="1250" dirty="0"/>
          </a:p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بدون دستیار: جست‌وجو در مستندات و نوشتن کد تکراری</a:t>
            </a:r>
            <a:endParaRPr lang="en-US" sz="1250" dirty="0"/>
          </a:p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 دستیار: نوشتن کد، تست و رفع باگ</a:t>
            </a:r>
            <a:endParaRPr lang="en-US" sz="1250" dirty="0"/>
          </a:p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نتیجه: توسعهٔ سریع‌تر با کیفیت بهتر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31536" cy="4023360"/>
          </a:xfrm>
          <a:prstGeom prst="roundRect">
            <a:avLst>
              <a:gd name="adj" fmla="val 2045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88736" y="178308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55648"/>
            <a:ext cx="4928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دستیار هوشمند قضایی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23160"/>
            <a:ext cx="4928616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چالش: پیگیری پرونده‌ها و مدیریت مهلت‌ها</a:t>
            </a:r>
            <a:endParaRPr lang="en-US" sz="1250" dirty="0"/>
          </a:p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بدون دستیار: فقط سؤال و جواب ساده؛ فراموش شدن مهلت‌ها</a:t>
            </a:r>
            <a:endParaRPr lang="en-US" sz="1250" dirty="0"/>
          </a:p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با دستیار: پیگیری خودکار، یادآوری مهلت‌ها، مدیریت مدارک</a:t>
            </a:r>
            <a:endParaRPr lang="en-US" sz="1250" dirty="0"/>
          </a:p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نتیجه: همکار هوشمند در امور حقوقی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۱: هوش مصنوعی چیست؟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۷ از ۱۱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 چیست؟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تعریف ساده: تلاش برای شبیه‌سازی توانایی‌های هوشمندانهٔ انسان (یادگیری، استدلال، درک زبان) با کامپیوتر.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کلمهٔ کلیدی «یادگیری» است: به‌جای نوشتن دستوریِ همهٔ قواعد، از دانهٔ داده الگو ساخته می‌شود (جلسهٔ ۲).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 فقط چت‌بات نیست؛ چت‌بات فقط یکی از چهره‌های آن است.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۱: هوش مصنوعی چیست؟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۸ از ۱۱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خانوادهٔ هوش مصنوعی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حلقه، زیرمجموعهٔ حلقهٔ بزرگ‌تر است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10881360" cy="914400"/>
          </a:xfrm>
          <a:prstGeom prst="rect">
            <a:avLst/>
          </a:prstGeom>
          <a:solidFill>
            <a:srgbClr val="D9E2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19072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 (AI)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2633472"/>
            <a:ext cx="8138160" cy="914400"/>
          </a:xfrm>
          <a:prstGeom prst="rect">
            <a:avLst/>
          </a:prstGeom>
          <a:solidFill>
            <a:srgbClr val="B8CC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98064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ماشین (ML)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" y="3712464"/>
            <a:ext cx="5394960" cy="914400"/>
          </a:xfrm>
          <a:prstGeom prst="rect">
            <a:avLst/>
          </a:prstGeom>
          <a:solidFill>
            <a:srgbClr val="8FAFD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877056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عمیق (DL)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4791456"/>
            <a:ext cx="2651760" cy="914400"/>
          </a:xfrm>
          <a:prstGeom prst="rect">
            <a:avLst/>
          </a:prstGeom>
          <a:solidFill>
            <a:srgbClr val="0E7C7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95604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 مولد (GenAI)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LLMها (مثل GPT) عضوی از GenAI هستند.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۱: هوش مصنوعی چیست؟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۹ از ۱۱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سیر پنج‌دههٔ تحول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ویژگی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رویکرد غالب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دوره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قواعد دست‌نویس متخصصان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سیستم‌های خبره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۱۹۵۰ تا ۱۹۸۰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یادگیری الگو از داده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یادگیری ماشین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۱۹۹۰ تا ۲۰۰۰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شبکه‌های عصبی چندلایه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یادگیری عمیق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حدود ۲۰۱۰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تولید متن، تصویر و گفت‌وگو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هوش مصنوعی مولد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۲۰۲۲ به بعد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۱: هوش مصنوعی چیست؟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۱۰ از ۱۱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خلاصهٔ جلسهٔ 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 فقط چت‌بات نیست؛ با سه رکن «دانش، مهارت، ابزار» به دستیار هوشمند تبدیل می‌شود.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جای جایی خانواده: AI ⊃ ML ⊃ DL ⊃ GenAI و LLM یک GenAI است.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سؤال برای فردا: کدام کارِ تکراریِ شما می‌تواند اولین مشتری دستیار هوشمند باشد؟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جلسهٔ بعد: یادگیری ماشین چیست؟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۱: هوش مصنوعی چیست؟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۱۱ از ۱۱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2026-10-02T06:08:31Z</dcterms:created>
  <dcterms:modified xsi:type="dcterms:W3CDTF">2026-10-02T06:08:31Z</dcterms:modified>
</cp:coreProperties>
</file>