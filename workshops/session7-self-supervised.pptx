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17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DE3EA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۷ از ۸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یادگیری خودنظارتی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33375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DDE3EA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چطور LLM بدون معلم انسانی آموزش می‌بیند؟ • ۲۰ دقیقه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آشنایی با مفاهیم هوش مصنوعی • کارگاه 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دستور جلسه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مرور جلسهٔ قبل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نظارت‌شده در برابر خودنظارتی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پیش‌بینی کلمهٔ بعدی به‌عنوان تمرین آموزشی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چرا نیازی به برچسب دستی نیست؟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۷: یادگیری خودنظارتی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۲ از ۷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یادآوری پیوند با جلسهٔ ۳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در جلسهٔ ۳ دیدیم مدل در زمان استفاده چه می‌کند: به کلمهٔ بعدی احتمال می‌دهد.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سؤال امروز: این توانایی از کجا آمده؟ پاسخ: از تمرینِ همین بازی روی حجم عظیمی از متن.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۷: یادگیری خودنظارتی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۳ از ۷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نظارت‌شده در برابر خودنظارتی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474720"/>
                <a:gridCol w="4206240"/>
              </a:tblGrid>
              <a:tr h="47548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خودنظارتی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نظارت‌شده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از دل خودِ داده می‌آید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انسان برای هر داده برچسب می‌نویسد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منبع برچسب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تقریباً رایگان و بی‌نهایت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گران و محدود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هزینه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حدس کلمهٔ حذف‌شده در جمله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برچسب «گربه» روی عکس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مثال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روش اصلی آموزش اولیهٔ LLMها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-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نقش در LLM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۷: یادگیری خودنظارتی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۴ از ۷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مثال: جملهٔ جاخالی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095488" y="1600200"/>
            <a:ext cx="3544824" cy="3017520"/>
          </a:xfrm>
          <a:prstGeom prst="roundRect">
            <a:avLst>
              <a:gd name="adj" fmla="val 2727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548872" y="182880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6" name="Text 4"/>
          <p:cNvSpPr/>
          <p:nvPr/>
        </p:nvSpPr>
        <p:spPr>
          <a:xfrm>
            <a:off x="8324088" y="1801368"/>
            <a:ext cx="30419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ورودی مدل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324088" y="2468880"/>
            <a:ext cx="3041904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«گربه روی ___ نشست»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2064" y="1600200"/>
            <a:ext cx="3544824" cy="3017520"/>
          </a:xfrm>
          <a:prstGeom prst="roundRect">
            <a:avLst>
              <a:gd name="adj" fmla="val 2727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5448" y="182880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4550664" y="1801368"/>
            <a:ext cx="30419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حدس مدل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50664" y="2468880"/>
            <a:ext cx="3041904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موکت؟ زمین؟ مبل؟ به هر کدام احتمال می‌دهد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1600200"/>
            <a:ext cx="3544824" cy="3017520"/>
          </a:xfrm>
          <a:prstGeom prst="roundRect">
            <a:avLst>
              <a:gd name="adj" fmla="val 2727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2024" y="182880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1801368"/>
            <a:ext cx="30419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پاسخ درست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77240" y="2468880"/>
            <a:ext cx="3041904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کلمهٔ حذف‌شده (مثلاً «موکت») در خودِ متن هست؛ معلمِ مدل داده است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هر جملهٔ اینترنت یک تمرین رایگان است.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۷: یادگیری خودنظارتی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۵ از ۷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چرا برچسب دستی نمی‌خواهد؟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برچسب از خودِ متن ساخته می‌شود: کلمهٔ بعدیِ هر جمله، پاسخ‌نامهٔ همان جمله است.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نتیجه: می‌توان با متنِ کل وب (میلیاردها جمله) تمرین داد، بدون هزینهٔ نیروی انسانی.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همین مقیاسِ عظیم داده است که الگوهای ظریف زبان را در مدل می‌نشاند.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۷: یادگیری خودنظارتی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۶ از ۷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خلاصهٔ جلسهٔ ۷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خودنظارتی: برچسب در دل داده است؛ هزینهٔ انسانی ندارد و در مقیاس اینترنت جواب می‌دهد.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آموزش LLM = تمرینِ مکررِ «حدس کلمهٔ بعد» روی حجم عظیمی از متن.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جلسهٔ بعد (عملی): خودمان یک مدل کوچک می‌سازیم و اجرا می‌کنیم.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۷: یادگیری خودنظارتی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۷ از ۷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2026-10-02T06:08:31Z</dcterms:created>
  <dcterms:modified xsi:type="dcterms:W3CDTF">2026-10-02T06:08:31Z</dcterms:modified>
</cp:coreProperties>
</file>