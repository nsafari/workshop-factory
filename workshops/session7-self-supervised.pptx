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یادگیری خودنظارتی: آموزش LLM بدون برچسب دستی.
سؤال شروع: «ChatGPT میلیاردها جمله خوانده — چه کسی همهٔ آن‌ها را برچسب زده؟»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مرور: Transformer = دیدن هم‌زمان + Attention + لایه‌ها.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پل بزنید: جلسهٔ ۳ = «چه می‌کند»، جلسهٔ ۷ = «چطور یاد گرفته».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جدول مقایسه را با مثال توضیح دهید.
نظارت‌شده: مثل معلمی که هر تمرین را تصحیح می‌کند.
خودنظارتی: مثل دانش‌آموزی که خودش جواب را چک می‌کند.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مثال کارشته (بازی کلمهٔ گمشده):
1. بنویسید: «گربه روی ___ نشست» و از کلاس حدس بخواهید: موکت؟ زمین؟ مبل؟
2. بگویید پاسخ درست همان کلمه‌ای است که خودتان پاک کرده‌اید؛ یعنی پاسخ‌نامه در دلِ خودِ سؤال بود.
3. حالا تصور کنید همین بازی را با همهٔ جمله‌های اینترنت انجام دهید: میلیاردها تمرین رایگان.
نکتهٔ طلایی: «خودنظارتی یعنی معلم، خودِ داده است.»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تأکید: مقیاس داده کلیدی است.
مثال: اگر ۱۰۰۰ جمله بخوانید، فقط کلمات رایج را یاد می‌گیرید.
اگر میلیاردها جمله بخوانید، الگوهای ظریف زبان (مثل ضمیر-مرجع) هم یاد می‌گیرید.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سؤال: «اگر بخواهید یک LLM آموزش دهید، چقدر متن نیاز دارید؟»
جواب: ChatGPT با صدها میلیارد کلمه آموزش دیده — برابر با میلیون‌ها کتاب.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۷ از 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یادگیری خودنظارتی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DDE3E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چطور LLM بدون معلم انسانی آموزش می‌بیند؟ • ۲۰ دقیقه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آشنایی با مفاهیم هوش مصنوعی • کارگاه 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دستور جلسه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مرور جلسهٔ قبل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نظارت‌شده در برابر خودنظارتی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پیش‌بینی کلمهٔ بعدی به‌عنوان تمرین آموزشی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نیازی به برچسب دستی نیست؟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۷: یادگیری خودنظارتی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۲ از ۷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یادآوری پیوند با جلسهٔ ۳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در جلسهٔ ۳ دیدیم مدل در زمان استفاده چه می‌کند: به کلمهٔ بعدی احتمال می‌دهد.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سؤال امروز: این توانایی از کجا آمده؟ پاسخ: از تمرینِ همین بازی روی حجم عظیمی از متن.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۷: یادگیری خودنظارتی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۳ از ۷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نظارت‌شده در برابر خودنظارتی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474720"/>
                <a:gridCol w="4206240"/>
              </a:tblGrid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خودنظارتی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نظارت‌شده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از دل خودِ داده می‌آید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انسان برای هر داده برچسب می‌نویسد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منبع برچسب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تقریباً رایگان و بی‌نهایت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گران و محدود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هزینه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حدس کلمهٔ حذف‌شده در جمله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برچسب «گربه» روی عکس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مثال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روش اصلی آموزش اولیهٔ LLMها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-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Vazirmatn" pitchFamily="34" charset="0"/>
                          <a:ea typeface="Vazirmatn" pitchFamily="34" charset="-122"/>
                          <a:cs typeface="Vazirmatn" pitchFamily="34" charset="-120"/>
                        </a:rPr>
                        <a:t>نقش در LLM</a:t>
                      </a:r>
                      <a:endParaRPr lang="en-US" sz="1400" dirty="0">
                        <a:latin typeface="Vazirmatn" charset="0"/>
                        <a:ea typeface="Vazirmatn" charset="0"/>
                        <a:cs typeface="Vazirmatn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۷: یادگیری خودنظارتی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۴ از ۷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مثال: جملهٔ جاخالی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95488" y="1600200"/>
            <a:ext cx="3544824" cy="3017520"/>
          </a:xfrm>
          <a:prstGeom prst="roundRect">
            <a:avLst>
              <a:gd name="adj" fmla="val 2727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48872" y="182880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8324088" y="180136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ورودی مدل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24088" y="2468880"/>
            <a:ext cx="30419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«گربه روی ___ نشست»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22064" y="1600200"/>
            <a:ext cx="3544824" cy="3017520"/>
          </a:xfrm>
          <a:prstGeom prst="roundRect">
            <a:avLst>
              <a:gd name="adj" fmla="val 2727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5448" y="182880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4550664" y="180136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حدس مدل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50664" y="2468880"/>
            <a:ext cx="30419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موکت؟ زمین؟ مبل؟ به هر کدام احتمال می‌دهد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1600200"/>
            <a:ext cx="3544824" cy="3017520"/>
          </a:xfrm>
          <a:prstGeom prst="roundRect">
            <a:avLst>
              <a:gd name="adj" fmla="val 2727"/>
            </a:avLst>
          </a:prstGeom>
          <a:solidFill>
            <a:srgbClr val="F2F4F7"/>
          </a:solidFill>
          <a:ln w="12700">
            <a:solidFill>
              <a:srgbClr val="DDE3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02024" y="1828800"/>
            <a:ext cx="54864" cy="4572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801368"/>
            <a:ext cx="30419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پاسخ درست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2468880"/>
            <a:ext cx="3041904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ts val="22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کلمهٔ حذف‌شده (مثلاً «موکت») در خودِ متن هست؛ معلمِ مدل داده است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هر جملهٔ اینترنت یک تمرین رایگان است.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۷: یادگیری خودنظارتی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۵ از ۷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چرا برچسب دستی نمی‌خواهد؟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برچسب از خودِ متن ساخته می‌شود: کلمهٔ بعدیِ هر جمله، پاسخ‌نامهٔ همان جمله است.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نتیجه: می‌توان با متنِ کل وب (میلیاردها جمله) تمرین داد، بدون هزینهٔ نیروی انسانی.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همین مقیاسِ عظیم داده است که الگوهای ظریف زبان را در مدل می‌نشاند.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۷: یادگیری خودنظارتی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۶ از ۷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74552" y="384048"/>
            <a:ext cx="73152" cy="56692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10561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خلاصهٔ جلسهٔ ۷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خودنظارتی: برچسب در دل داده است؛ هزینهٔ انسانی ندارد و در مقیاس اینترنت جواب می‌دهد.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آموزش LLM = تمرینِ مکررِ «حدس کلمهٔ بعد» روی حجم عظیمی از متن.</a:t>
            </a:r>
            <a:pPr rtl="1" algn="r" marL="127000" indent="-1270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جلسهٔ بعد (عملی): خودمان یک مدل کوچک می‌سازیم و اجرا می‌کنیم.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0" y="6455664"/>
            <a:ext cx="6309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کارگاه ۱ • جلسهٔ ۷: یادگیری خودنظارتی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20040" y="6455664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۷ از ۷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2026-10-03T15:16:08Z</dcterms:created>
  <dcterms:modified xsi:type="dcterms:W3CDTF">2026-10-03T15:16:08Z</dcterms:modified>
</cp:coreProperties>
</file>