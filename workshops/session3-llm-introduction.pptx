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۳ از 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LLM چیست؟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مدل‌های زبانی بزرگ • ۲۰ دقیقه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آشنایی با مفاهیم هوش مصنوعی • کارگاه 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دستور جلسه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مرور جلسهٔ قبل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LLM چیست و چه نمونه‌هایی دارد؟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نحوهٔ کار: دادن احتمال به کلمهٔ بعد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تماشای ویدیو (۵ دقیقه)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۳: LLM چیست؟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 از ۷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LLM چیست؟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مدل زبانی بزرگ: مدلی که با خواندن متن‌های بسیار زیاد (کتاب، وب، مقاله) الگوی زبان را یاد گرفته است.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ورودی‌اش متن است و خروجی‌اش هم متن؛ اما چون «زبان» پوششِ دانش و استدلال است، قدرتش فراتر از ترجمه و نگارش است.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«بزرگ» یعنی پارامترهای بسیار زیاد؛ در جلسهٔ ۴ دقیق می‌شویم.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۳: LLM چیست؟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 از ۷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نمونه‌های رایج و کاربردها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038844" y="1554480"/>
            <a:ext cx="2601468" cy="2651760"/>
          </a:xfrm>
          <a:prstGeom prst="roundRect">
            <a:avLst>
              <a:gd name="adj" fmla="val 3163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48872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9267444" y="1755648"/>
            <a:ext cx="20985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GPT (OpenAI)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267444" y="2423160"/>
            <a:ext cx="20985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چت‌جی‌پی‌تی؛ عمومی‌ترین دستیار متنی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08776" y="1554480"/>
            <a:ext cx="2601468" cy="2651760"/>
          </a:xfrm>
          <a:prstGeom prst="roundRect">
            <a:avLst>
              <a:gd name="adj" fmla="val 3163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18804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6437376" y="1755648"/>
            <a:ext cx="20985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Claude (Anthropic)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37376" y="2423160"/>
            <a:ext cx="20985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متن‌های بلند و تحلیل اسناد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378708" y="1554480"/>
            <a:ext cx="2601468" cy="2651760"/>
          </a:xfrm>
          <a:prstGeom prst="roundRect">
            <a:avLst>
              <a:gd name="adj" fmla="val 3163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88736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3607308" y="1755648"/>
            <a:ext cx="20985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Gemini (Google)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07308" y="2423160"/>
            <a:ext cx="20985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اتصال به سرویس‌های گوگل و چندرسانه‌ای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1554480"/>
            <a:ext cx="2601468" cy="2651760"/>
          </a:xfrm>
          <a:prstGeom prst="roundRect">
            <a:avLst>
              <a:gd name="adj" fmla="val 3163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58668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1755648"/>
            <a:ext cx="20985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Llama (Meta)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2423160"/>
            <a:ext cx="20985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متن‌باز؛ قابل اجرای محلی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کاربردها: پاسخ به سؤال، خلاصه‌سازی، نگارش، ترجمه، برنامه‌نویسی، ایده‌پردازی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۳: LLM چیست؟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۴ از ۷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نحوهٔ کار: احتمالِ کلمهٔ بعد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ورودی: «آسمان امروز ...»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332720" y="214884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آبی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188720" y="2240280"/>
            <a:ext cx="8961120" cy="384048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7" name="Shape 5"/>
          <p:cNvSpPr/>
          <p:nvPr/>
        </p:nvSpPr>
        <p:spPr>
          <a:xfrm>
            <a:off x="4773168" y="2240280"/>
            <a:ext cx="5376672" cy="3840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214884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۶۰٪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332720" y="310896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ابری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188720" y="3200400"/>
            <a:ext cx="8961120" cy="384048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7909560" y="3200400"/>
            <a:ext cx="2240280" cy="384048"/>
          </a:xfrm>
          <a:prstGeom prst="rect">
            <a:avLst/>
          </a:prstGeom>
          <a:solidFill>
            <a:srgbClr val="8FA3BF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31089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۲۵٪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332720" y="406908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صاف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188720" y="4160520"/>
            <a:ext cx="8961120" cy="384048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3728" y="4160520"/>
            <a:ext cx="896112" cy="384048"/>
          </a:xfrm>
          <a:prstGeom prst="rect">
            <a:avLst/>
          </a:prstGeom>
          <a:solidFill>
            <a:srgbClr val="C9CFD8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40690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۱۰٪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3492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مدل به همهٔ کلماتِ ممکن احتمال می‌دهد و یکی را انتخاب می‌کند؛ همین بازیِ «حدس کلمهٔ بعد»، میلیاردها بار تکرار شده است.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۳: LLM چیست؟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۵ از ۷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تماشای ویدیو (۵ دقیقه)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ویدیو: 3Blue1Brown - Large Language Models explained briefly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لینک در اسلاید منابع: youtu.be/LPZh9BOjkQs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حین تماشا به این سؤال فکر کنید: «حدس کلمهٔ بعد چطور به همین همه توانایی تبدیل می‌شود؟»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۳: LLM چیست؟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۶ از ۷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خلاصهٔ جلسهٔ 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LLM با خواندن متنِ زیاد، الگوی زبان را یاد می‌گیرد.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نحوهٔ کار: دادن احتمال به کلمهٔ بعد و انتخاب.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جلسهٔ بعد: پشت صحنهٔ LLM؛ پارامترها چه‌اند؟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۳: LLM چیست؟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۷ از ۷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2026-10-02T06:08:31Z</dcterms:created>
  <dcterms:modified xsi:type="dcterms:W3CDTF">2026-10-02T06:08:31Z</dcterms:modified>
</cp:coreProperties>
</file>