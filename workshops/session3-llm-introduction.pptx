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تعریف LLM و نحوهٔ کار آن.
سؤال شروع: «آیا می‌دانید ChatGPT چطور جواب می‌دهد؟»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مرور: یادگیری ماشین = کشف الگو از داده.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توضیح دهید: LLM مخفف Large Language Model است.
مثال: مثل دانش‌آموزی که همهٔ کتاب‌های کتابخانه را خوانده و حالا می‌تواند دربارهٔ هر موضوعی حرف بزند.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هر مدل را مختصر معرفی کنید.
کاربردها را با مثال‌های واقعی از محیط کار شرکت‌کنندگان بزنید.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 کارشته (بازی حدس کلمه):
1. روی اسلاید بنویسید: «آسمان امروز ...» و از کلاس بخواهید حدس بزنند.
2. سپس احتمالات مدل را نشان دهید: آبی ۶۰٪، ابری ۲۵٪، صاف ۱۰٪.
3. حالا جمله را عوض کنید: «آسمان امروز ابری است و هوا ...» — ناگهان «سرد» و «بارانی» بالا می‌آیند؛ یعنی زمینه، احتمال‌ها را عوض می‌کند (پلی به جلسهٔ ۶).
4. نکتهٔ جذاب: LLM میلیاردها بار همین بازی را در آموزش انجام داده.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ویدیو را پخش کنید (حدود ۵ دقیقه).
سؤال برای تأمل: «حدس کلمهٔ بعد چطور به همین همه توانایی تبدیل می‌شود؟»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خلاصهٔ سه نکته.
سؤال: «اگر LLM فقط حدس کلمهٔ بعد می‌زند، چطور می‌تواند منطقی جواب بدهد؟»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۳ از 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LLM چیست؟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زبانی بزرگ • ۲۰ دقیقه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هوش مصنوعی • کارگاه 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دستور جلسه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مرور جلسهٔ قبل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LLM چیست و چه نمونه‌هایی دارد؟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نحوهٔ کار: دادن احتمال به کلمهٔ بعد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تماشای ویدیو (۵ دقیقه)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۳: LLM چیست؟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از ۷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LLM چیست؟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زبانی بزرگ: مدلی که با خواندن متن‌های بسیار زیاد (کتاب، وب، مقاله) الگوی زبان را یاد گرفته است.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ورودی‌اش متن است و خروجی‌اش هم متن؛ اما چون «زبان» پوششِ دانش و استدلال است، قدرتش فراتر از ترجمه و نگارش است.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«بزرگ» یعنی پارامترهای بسیار زیاد؛ در جلسهٔ ۴ دقیق می‌شویم.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۳: LLM چیست؟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از ۷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نمونه‌های رایج و کاربردها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038844" y="1554480"/>
            <a:ext cx="2601468" cy="2651760"/>
          </a:xfrm>
          <a:prstGeom prst="roundRect">
            <a:avLst>
              <a:gd name="adj" fmla="val 3163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9267444" y="1755648"/>
            <a:ext cx="20985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GPT (OpenAI)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267444" y="2423160"/>
            <a:ext cx="20985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چت‌جی‌پی‌تی؛ عمومی‌ترین دستیار متنی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08776" y="1554480"/>
            <a:ext cx="2601468" cy="2651760"/>
          </a:xfrm>
          <a:prstGeom prst="roundRect">
            <a:avLst>
              <a:gd name="adj" fmla="val 3163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8804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1755648"/>
            <a:ext cx="20985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Claude (Anthropic)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37376" y="2423160"/>
            <a:ext cx="20985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متن‌های بلند و تحلیل اسناد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78708" y="1554480"/>
            <a:ext cx="2601468" cy="2651760"/>
          </a:xfrm>
          <a:prstGeom prst="roundRect">
            <a:avLst>
              <a:gd name="adj" fmla="val 3163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88736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3607308" y="1755648"/>
            <a:ext cx="20985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Gemini (Google)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07308" y="2423160"/>
            <a:ext cx="20985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اتصال به سرویس‌های گوگل و چندرسانه‌ای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1554480"/>
            <a:ext cx="2601468" cy="2651760"/>
          </a:xfrm>
          <a:prstGeom prst="roundRect">
            <a:avLst>
              <a:gd name="adj" fmla="val 3163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58668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1755648"/>
            <a:ext cx="20985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Llama (Meta)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2423160"/>
            <a:ext cx="20985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متن‌باز؛ قابل اجرای محلی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کاربردها: پاسخ به سؤال، خلاصه‌سازی، نگارش، ترجمه، برنامه‌نویسی، ایده‌پردازی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۳: LLM چیست؟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از ۷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نحوهٔ کار: احتمالِ کلمهٔ بعد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ورودی: «آسمان امروز ...»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332720" y="2148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آبی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88720" y="2240280"/>
            <a:ext cx="8961120" cy="384048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7" name="Shape 5"/>
          <p:cNvSpPr/>
          <p:nvPr/>
        </p:nvSpPr>
        <p:spPr>
          <a:xfrm>
            <a:off x="4773168" y="2240280"/>
            <a:ext cx="5376672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۶۰٪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0" y="31089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ابری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88720" y="3200400"/>
            <a:ext cx="8961120" cy="384048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7909560" y="3200400"/>
            <a:ext cx="2240280" cy="384048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108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۲۵٪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0" y="4069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صاف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188720" y="4160520"/>
            <a:ext cx="8961120" cy="384048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253728" y="4160520"/>
            <a:ext cx="896112" cy="384048"/>
          </a:xfrm>
          <a:prstGeom prst="rect">
            <a:avLst/>
          </a:prstGeom>
          <a:solidFill>
            <a:srgbClr val="C9CFD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4069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۱۰٪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به همهٔ کلماتِ ممکن احتمال می‌دهد و یکی را انتخاب می‌کند؛ همین بازیِ «حدس کلمهٔ بعد»، میلیاردها بار تکرار شده است.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۳: LLM چیست؟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 از ۷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تماشای ویدیو (۵ دقیقه)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ویدیو: 3Blue1Brown - Large Language Models explained briefly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لینک در اسلاید منابع: youtu.be/LPZh9BOjkQs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حین تماشا به این سؤال فکر کنید: «حدس کلمهٔ بعد چطور به همین همه توانایی تبدیل می‌شود؟»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۳: LLM چیست؟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 از ۷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جلسهٔ 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LLM با خواندن متنِ زیاد، الگوی زبان را یاد می‌گیرد.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نحوهٔ کار: دادن احتمال به کلمهٔ بعد و انتخاب.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جلسهٔ بعد: پشت صحنهٔ LLM؛ پارامترها چه‌اند؟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۳: LLM چیست؟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۷ از ۷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2026-10-03T15:16:08Z</dcterms:created>
  <dcterms:modified xsi:type="dcterms:W3CDTF">2026-10-03T15:16:08Z</dcterms:modified>
</cp:coreProperties>
</file>