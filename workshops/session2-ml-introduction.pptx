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مرور جلسهٔ قبل و ورود به یادگیری ماشین.
سؤال شروع: «چه تفاوتی بین انسان و ماشین در یادگیری وجود دارد؟»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مرور جلسهٔ قبل: سه رکن دستیار هوشمند (دانش، مهارت، ابزار) و خانوادهٔ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کارشده (روایت گام‌به‌گام):
1. روی تخته سه داده بنویسید: ۸۰ متری = ۸ میلیارد، ۱۰۰ متری = ۱۰ میلیارد، ۱۲۰ متری = ۱۲ میلیارد.
2. از کلاس بپرسید: «خانهٔ ۱۱۰ متری چقدر؟» — همه فوری می‌گویند ۱۱ میلیارد.
3. نکتهٔ کلیدی: «شما همین‌الان یک مدل یادگیری ماشین شدید! الگو را از داده کشف کردید؛ کسی فرمول را به شما نگفته بود.»
4. پل به جلسهٔ ۸: «مدل ما هم دقیقاً همین کار را با ۲ عدد (پارامتر) انجام می‌دهد.»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supervised.png را نشان دهید.
توضیح دهید: در یادگیری نظارت‌شده، مدل از داده‌هایی یاد می‌گیرد که جواب‌شان مشخص است.
مثال: عکس‌هایی از سگ و گربه که برچسب‌شان مشخص است → مدل یاد می‌گیرد.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انواع دیگر را فقط اشاره کنید. نیازی به جزئیات نیست.
نکته: خودنظارتی را در جلسهٔ ۷ عمیق می‌شویم.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این سه مرحله را با اشاره به مثال خانه توضیح دهید.
پل به جلسهٔ ۸: «همین مسیر را با کد واقعی طی می‌کنیم.»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خلاصهٔ سه نکتهٔ کلیدی.
سؤال بسته‌شونده: «اگر بخواهید قیمت خانه را پیش‌بینی کنید، چه داده‌هایی نیاز دارید؟»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۲ از 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ماشین چیست؟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۲۰ دقیقه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آشنایی با مفاهیم هوش مصنوعی • کارگاه 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دستور جلسه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مرور جلسهٔ قبل (دو دقیقه)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از داده به‌جای قانون‌نویسی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نظارت‌شده با مثال قیمت خانه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آشنایی یک‌خطی با انواع دیگر یادگیری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از داده تا پیش‌بینی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۲: یادگیری ماشین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 از ۷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از داده، نه قانون‌نویسی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ماشین یعنی کشف الگو از روی داده، بدون اینکه کسی قانون را به مدل بگوید.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مثال عددی: قیمت سه خانه را می‌دانیم:</a:t>
            </a:r>
            <a:pPr rtl="1" algn="r" lvl="1" marL="254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۸۰ متری ← ۸ میلیارد تومان</a:t>
            </a:r>
            <a:pPr rtl="1" algn="r" lvl="1" marL="254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۱۰۰ متری ← ۱۰ میلیارد تومان</a:t>
            </a:r>
            <a:pPr rtl="1" algn="r" lvl="1" marL="254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۱۲۰ متری ← ۱۲ میلیارد تومان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مدل خودش کشف می‌کند: «هر متر حدود ۱۰۰ میلیون تومان»؛ کسی این فرمول را به آن نداده است.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۲: یادگیری ماشین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 از ۷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نظارت‌شده</a:t>
            </a:r>
            <a:endParaRPr lang="en-US" sz="2600" dirty="0"/>
          </a:p>
        </p:txBody>
      </p:sp>
      <p:pic>
        <p:nvPicPr>
          <p:cNvPr id="4" name="Image 0" descr="/home/nsafari/projects/hobbies/ai-training/workshops/slide-assets/supervis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4937760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0" y="1463040"/>
            <a:ext cx="562356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رایج‌ترین روش: هر داده همراه «پاسخ‌نامه» (برچسب) است.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معلمِ مدل، خودِ داده‌هاست: متراژ → قیمت واقعی.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مدل خطش را جابه‌جا می‌کند تا به پاسخ‌نامه نزدیک‌تر شود.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مثال‌ها: تشخیص هرود از عکس، پیش‌بینی فروش، دسته‌بندی ایمیل.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377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تصویر: درس یادگیری ماشین دانشگاه شریف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۲: یادگیری ماشین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 از ۷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انواع دیگر یادگیری در یک نگاه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مثال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سیگنال آموزشی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نوع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پیش‌بینی کلمهٔ بعد در جمله (جلسهٔ ۷)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برچسب از دل خودِ داده می‌آید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خودنظارتی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خوشه‌بندی مشتریان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کشف گروه‌ها بدون برچسب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بدون نظارت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آموزش ربات و بازی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پاداش و جریمه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Vazirmatn" pitchFamily="34" charset="0"/>
                          <a:ea typeface="Vazirmatn" pitchFamily="34" charset="-122"/>
                          <a:cs typeface="Vazirmatn" pitchFamily="34" charset="-120"/>
                        </a:rPr>
                        <a:t>تقویتی</a:t>
                      </a:r>
                      <a:endParaRPr lang="en-US" sz="1400" dirty="0">
                        <a:latin typeface="Vazirmatn" charset="0"/>
                        <a:ea typeface="Vazirmatn" charset="0"/>
                        <a:cs typeface="Vazirmatn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0E7C7B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نکته: در این کارگاه فقط نظارت‌شده و خودنظارتی را عمیق می‌شویم.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۲: یادگیری ماشین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 از ۷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از داده تا پیش‌بینی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095488" y="164592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48872" y="187452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324088" y="184708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۱. داده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24088" y="251460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سوابق واقعی: متراژ و قیمت خانه‌های فروخته‌شده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2064" y="164592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5448" y="187452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4550664" y="184708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۲. کشف الگو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50664" y="251460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مدل رابطهٔ متراژ و قیمت را پیدا می‌کند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64592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2024" y="187452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84708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۳. پیش‌بینی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251460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برای خانهٔ ۱۱۰ متری: حدود ۱۱ میلیارد تومان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در جلسهٔ ۸ همین مسیر را با کد واقعی و زنده طی می‌کنیم.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۲: یادگیری ماشین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 از ۷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خلاصهٔ جلسهٔ 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یادگیری ماشین: کشف الگو از داده به‌جای قانون‌نویسی دستی.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نظارت‌شده: داده همراه پاسخ‌نامه؛ خودنظارتی: برچسب از خودِ داده.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جلسهٔ بعد: مدل‌های زبانی بزرگ (LLM) چه‌اند؟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۲: یادگیری ماشین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۷ از ۷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2026-10-03T15:16:08Z</dcterms:created>
  <dcterms:modified xsi:type="dcterms:W3CDTF">2026-10-03T15:16:08Z</dcterms:modified>
</cp:coreProperties>
</file>