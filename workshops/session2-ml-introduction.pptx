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 چیست؟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مرور جلسهٔ قبل (دو دقیقه)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 به‌جای قانون‌نویسی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 با مثال قیمت خانه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یک‌خطی با انواع دیگر یادگیری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داده تا پیش‌بینی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۲: یادگیری ماشین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۷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داده، نه قانون‌نویسی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 یعنی کشف الگو از روی داده، بدون اینکه کسی قانون را به مدل بگوید.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 عددی: قیمت سه خانه را می‌دانیم:</a:t>
            </a:r>
            <a:pPr rtl="1" algn="r" lvl="1" marL="254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۸۰ متری ← ۸ میلیارد تومان</a:t>
            </a:r>
            <a:pPr rtl="1" algn="r" lvl="1" marL="254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۱۰۰ متری ← ۱۰ میلیارد تومان</a:t>
            </a:r>
            <a:pPr rtl="1" algn="r" lvl="1" marL="254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۱۲۰ متری ← ۱۲ میلیارد تومان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خودش کشف می‌کند: «هر متر حدود ۱۰۰ میلیون تومان»؛ کسی این فرمول را به آن نداده است.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۲: یادگیری ماشین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</a:t>
            </a:r>
            <a:endParaRPr lang="en-US" sz="2600" dirty="0"/>
          </a:p>
        </p:txBody>
      </p:sp>
      <p:pic>
        <p:nvPicPr>
          <p:cNvPr id="4" name="Image 0" descr="/home/nsafari/projects/hobbies/ai-training/workshops/slide-assets/supervi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4937760" cy="279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463040"/>
            <a:ext cx="56235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رایج‌ترین روش: هر داده همراه «پاسخ‌نامه» (برچسب) است.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معلمِ مدل، خودِ داده‌هاست: متراژ → قیمت واقعی.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خطش را جابه‌جا می‌کند تا به پاسخ‌نامه نزدیک‌تر شود.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مثال‌ها: تشخیص هرود از عکس، پیش‌بینی فروش، دسته‌بندی ایمیل.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۲: یادگیری ماشین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۷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انواع دیگر یادگیری در یک نگاه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مثال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سیگنال آموزشی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نوع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پیش‌بینی کلمهٔ بعد در جمله (جلسهٔ ۷)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برچسب از دل خودِ داده می‌آید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خودنظارتی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خوشه‌بندی مشتریان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کشف گروه‌ها بدون برچسب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بدون نظارت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آموزش ربات و بازی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پاداش و جریمه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تقویتی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نکته: در این کارگاه فقط نظارت‌شده و خودنظارتی را عمیق می‌شویم.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۲: یادگیری ماشین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۷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داده تا پیش‌بینی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5488" y="164592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87452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324088" y="184708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۱. داده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4088" y="251460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سوابق واقعی: متراژ و قیمت خانه‌های فروخته‌شده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64592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5448" y="187452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50664" y="184708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۲. کشف الگو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0664" y="251460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رابطهٔ متراژ و قیمت را پیدا می‌کند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2024" y="187452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4708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۳. پیش‌بینی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51460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خانهٔ ۱۱۰ متری: حدود ۱۱ میلیارد تومان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جلسهٔ ۸ همین مسیر را با کد واقعی و زنده طی می‌کنیم.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۲: یادگیری ماشین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۷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ماشین: کشف الگو از داده به‌جای قانون‌نویسی دستی.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نظارت‌شده: داده همراه پاسخ‌نامه؛ خودنظارتی: برچسب از خودِ داده.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بعد: مدل‌های زبانی بزرگ (LLM) چه‌اند؟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۲: یادگیری ماشین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۷ از ۷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2026-10-02T06:08:31Z</dcterms:created>
  <dcterms:modified xsi:type="dcterms:W3CDTF">2026-10-02T06:08:31Z</dcterms:modified>
</cp:coreProperties>
</file>