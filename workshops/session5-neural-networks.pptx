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۵ از 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شبکهٔ عصبی چیست؟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DDE3EA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۲۰ دقیقه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آشنایی با مفاهیم هوش مصنوعی • کارگاه 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دستور جلسه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مرور جلسهٔ قبل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نورون مصنوعی با یک مثال عددی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لایه‌های شبکه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عمیق؟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۵: شبکهٔ عصبی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۲ از ۶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نورون مصنوعی: جمع وزن‌دار + آستانه</a:t>
            </a:r>
            <a:endParaRPr lang="en-US" sz="2600" dirty="0"/>
          </a:p>
        </p:txBody>
      </p:sp>
      <p:pic>
        <p:nvPicPr>
          <p:cNvPr id="4" name="Image 0" descr="/home/nsafari/projects/hobbies/ai-training/workshops/slide-assets/neu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572000" cy="3017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0" y="1463040"/>
            <a:ext cx="598932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هر ورودی یک وزن دارد؛ نورون مجموع وزن‌دار را حساب می‌کند و با آستانه مقایسه می‌کند.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مثال «خانهٔ مناسب؟»:</a:t>
            </a:r>
            <a:pPr rtl="1" algn="r" lvl="1" marL="254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(متراژ × ۲) + (موقعیت × ۵) + (نور × ۳)</a:t>
            </a:r>
            <a:pPr rtl="1" algn="r" lvl="1" marL="254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اگر از ۱۰۰ بگذرد ← «مناسب»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همین وزن‌ها همان پارامترهای جلسهٔ ۴‌اند؛ آموزش یعنی تنظیم همین وزن‌ها.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754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تصویر: درس یادگیری ماشین دانشگاه شریف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۵: شبکهٔ عصبی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۳ از ۶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لایه‌های شبکهٔ عصبی</a:t>
            </a:r>
            <a:endParaRPr lang="en-US" sz="2600" dirty="0"/>
          </a:p>
        </p:txBody>
      </p:sp>
      <p:pic>
        <p:nvPicPr>
          <p:cNvPr id="4" name="Image 0" descr="/home/nsafari/projects/hobbies/ai-training/workshops/slide-assets/multi-hidden-n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4846320" cy="3337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06440" y="1463040"/>
            <a:ext cx="585216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لایهٔ ورودی: دادهٔ خام می‌گیرد (متراژ، موقعیت، ...).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لایه‌های پنهان: ویژگی‌ها را از داده استخراج می‌کنند.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لایهٔ خروجی: نتیجهٔ نهایی (قیمت، برچسب، ...).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هر نورون به خروجی نورون‌های لایهٔ قبل وصل است.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5120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تصویر: درس یادگیری ماشین دانشگاه شریف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۵: شبکهٔ عصبی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۴ از ۶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چرا عمیق؟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095488" y="155448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548872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8324088" y="175564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لایه‌های اول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24088" y="242316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چیزهای ساده را می‌بینند: لبه، رنگ، تغییر شدت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2064" y="155448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5448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4550664" y="175564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لایه‌های میانی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50664" y="242316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ترکیب آن‌ها: شکل‌ها و بافت‌ها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554480"/>
            <a:ext cx="3544824" cy="3017520"/>
          </a:xfrm>
          <a:prstGeom prst="roundRect">
            <a:avLst>
              <a:gd name="adj" fmla="val 2727"/>
            </a:avLst>
          </a:prstGeom>
          <a:solidFill>
            <a:srgbClr val="F2F4F7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2024" y="1783080"/>
            <a:ext cx="54864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55648"/>
            <a:ext cx="30419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لایه‌های آخر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2423160"/>
            <a:ext cx="3041904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مفاهیم کامل: چهره، ماشین، معنای جمله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0E7C7B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در LLM هم همین پدیده است: لایه‌های پایین نحو و واژه‌ها، لایه‌های بالاتر معنا و استدلال.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۵: شبکهٔ عصبی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۵ از ۶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38404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خلاصهٔ جلسهٔ 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نورون = جمع وزن‌دار ورودی‌ها + آستانه؛ وزن‌ها همان پارامترها.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شبکه = ردیف‌هایی از نورون‌ها در لایه‌های ورودی، پنهان و خروجی.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عمیق شدن = ساختن مفاهیم پیچیده از اجزای ساده، لایه‌به‌لایه.</a:t>
            </a:r>
            <a:pPr rtl="1" algn="r" marL="127000" indent="-1270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جلسهٔ بعد: Transformer؛ معماریِ پشت همهٔ LLMها.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0" y="6455664"/>
            <a:ext cx="6309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کارگاه ۱ • جلسهٔ ۵: شبکهٔ عصبی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6455664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۶ از ۶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2026-10-02T06:08:31Z</dcterms:created>
  <dcterms:modified xsi:type="dcterms:W3CDTF">2026-10-02T06:08:31Z</dcterms:modified>
</cp:coreProperties>
</file>