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شبکهٔ عصبی: ساختمان داخلی مدل‌ها.
سؤال شروع: «مغز انسان چطور تصمیم می‌گیرد؟»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مرور: پارامتر = عددهای تنظیم‌شده در آموزش.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کارشته (نورون داور):
داور «خانهٔ مناسب» را با عدد اجرا کنید:
فرمول: امتیاز = (متراژ × ۲) + (موقعیت از ۱۰ × ۵) + (نور از ۱۰ × ۳)
خانهٔ الف: ۹۰ متری، موقعیت ۸، نور ۶ ← ۱۸۰ + ۴۰ + ۱۸ = ۲۳۸ ← بیشتر از ۱۰۰ ← مناسب
خانهٔ ب: ۳۰ متری، موقعیت ۴، نور ۲ ← ۶۰ + ۲۰ + ۶ = ۸۶ ← کمتر از ۱۰۰ ← نامناسب
عددهای ۲، ۵، ۳ و آستانهٔ ۱۰۰ همان پارامترها هستند.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multi-hidden-nn.png را نشان دهید.
توضیح: لایه‌ها مثل خط تولید هستند — هر لایه یک کار مشخص انجام می‌دهد.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مثال: تشخیص چهره.
لایهٔ اول: لبه‌ها و رنگ‌ها را می‌بیند.
لایه‌های میانی: شکل‌ها (چشم، بینی) می‌سازد.
لایهٔ آخر: چهرهٔ کامل تشخیص می‌دهد.
در LLM هم همین‌طور: لایه‌های پایین نحو، لایه‌های بالاتر معنا.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«چرا نمی‌توانیم همهٔ کارها را با یک لایه انجام دهیم؟»
جواب: چون بعضی مسائل (مثل تشخیص چهره) نیاز به ترکیب ویژگی‌های ساده دارند.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۵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شبکهٔ عصبی چیست؟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مرور جلسهٔ قبل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 با یک مثال عددی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عمیق؟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۵: شبکهٔ عصبی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مصنوعی: جمع وزن‌دار + آستانه</a:t>
            </a:r>
            <a:endParaRPr lang="en-US" sz="2600" dirty="0"/>
          </a:p>
        </p:txBody>
      </p:sp>
      <p:pic>
        <p:nvPicPr>
          <p:cNvPr id="4" name="Image 0" descr="/home/nsafari/projects/hobbies/ai-training/workshops/slide-assets/neur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5720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463040"/>
            <a:ext cx="59893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ورودی یک وزن دارد؛ نورون مجموع وزن‌دار را حساب می‌کند و با آستانه مقایسه می‌کند.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 «خانهٔ مناسب؟»:</a:t>
            </a:r>
            <a:pPr rtl="1" algn="r" lvl="1" marL="254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(متراژ × ۲) + (موقعیت × ۵) + (نور × ۳)</a:t>
            </a:r>
            <a:pPr rtl="1" algn="r" lvl="1" marL="254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اگر از ۱۰۰ بگذرد ← «مناسب»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همین وزن‌ها همان پارامترهای جلسهٔ ۴‌اند؛ آموزش یعنی تنظیم همین وزن‌ها.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۵: شبکهٔ عصبی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۶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شبکهٔ عصبی</a:t>
            </a:r>
            <a:endParaRPr lang="en-US" sz="2600" dirty="0"/>
          </a:p>
        </p:txBody>
      </p:sp>
      <p:pic>
        <p:nvPicPr>
          <p:cNvPr id="4" name="Image 0" descr="/home/nsafari/projects/hobbies/ai-training/workshops/slide-assets/multi-hidden-n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84632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06440" y="1463040"/>
            <a:ext cx="5852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لایهٔ ورودی: دادهٔ خام می‌گیرد (متراژ، موقعیت، ...).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پنهان: ویژگی‌ها را از داده استخراج می‌کنند.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لایهٔ خروجی: نتیجهٔ نهایی (قیمت، برچسب، ...).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نورون به خروجی نورون‌های لایهٔ قبل وصل است.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۵: شبکهٔ عصبی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۶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عمیق؟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5488" y="155448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324088" y="175564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اول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4088" y="242316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چیزهای ساده را می‌بینند: لبه، رنگ، تغییر شدت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55448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5448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50664" y="175564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میانی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0664" y="242316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آن‌ها: شکل‌ها و بافت‌ها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55448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2024" y="178308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75564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آخر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42316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مفاهیم کامل: چهره، ماشین، معنای جمله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0E7C7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LLM هم همین پدیده است: لایه‌های پایین نحو و واژه‌ها، لایه‌های بالاتر معنا و استدلال.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۵: شبکهٔ عصبی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۶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= جمع وزن‌دار ورودی‌ها + آستانه؛ وزن‌ها همان پارامترها.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 = ردیف‌هایی از نورون‌ها در لایه‌های ورودی، پنهان و خروجی.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عمیق شدن = ساختن مفاهیم پیچیده از اجزای ساده، لایه‌به‌لایه.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بعد: Transformer؛ معماریِ پشت همهٔ LLMها.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۵: شبکهٔ عصبی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۶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2026-10-03T15:16:08Z</dcterms:created>
  <dcterms:modified xsi:type="dcterms:W3CDTF">2026-10-03T15:16:08Z</dcterms:modified>
</cp:coreProperties>
</file>