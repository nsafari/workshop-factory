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DDE3E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۶ از 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Transformer چیست؟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DDE3E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معماری پشت GPT، Claude و BERT • ۲۰ دقیقه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آشنایی با مفاهیم هوش مصنوعی • کارگاه 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دستور جلسه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مشکل مدل‌های قدیمی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راه‌حل Transformer: دیدن همهٔ کلمات با هم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مراحل کار: اعداد ← توجه ← تکرار ← پیش‌بینی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یک مثال دقیق از Attention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۶: Transformer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 از ۹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مشکل مدل‌های قدیمی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قبل از ۲۰۱۷ مدل‌ها متن را کلمه‌به‌کلمه و به ترتیب می‌خواندند (مثل RNN).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نتیجه: کند بودند و ارتباط کلمات دور از هم را گم می‌کردند.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مثال: در «مردی که دیروز از بازار خرید کرد ...» مدل باید کل جمله را حبس کند تا نقش «خرید» را بفهمد.</a:t>
            </a:r>
            <a:endParaRPr lang="en-US" sz="1700" dirty="0"/>
          </a:p>
        </p:txBody>
      </p:sp>
      <p:pic>
        <p:nvPicPr>
          <p:cNvPr id="5" name="Image 0" descr="/home/nsafari/projects/hobbies/ai-training/workshops/slide-assets/rnn-challen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480560"/>
            <a:ext cx="68580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تصویر: درس یادگیری ماشین دانشگاه شریف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۶: Transformer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 از ۹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راه‌حل: Transformer (۲۰۱۷)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95488" y="1600200"/>
            <a:ext cx="3544824" cy="3200400"/>
          </a:xfrm>
          <a:prstGeom prst="roundRect">
            <a:avLst>
              <a:gd name="adj" fmla="val 2571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48872" y="182880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8324088" y="180136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دیدن هم‌زمان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24088" y="2468880"/>
            <a:ext cx="304190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به‌جای خواندن کلمه‌به‌کلمه، همهٔ کلمات جمله را با هم می‌بیند (پردازش موازی)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2064" y="1600200"/>
            <a:ext cx="3544824" cy="3200400"/>
          </a:xfrm>
          <a:prstGeom prst="roundRect">
            <a:avLst>
              <a:gd name="adj" fmla="val 2571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5448" y="182880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4550664" y="180136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ارتباط دوسویه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50664" y="2468880"/>
            <a:ext cx="304190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کلمه ارتباطش را با همهٔ کلمات دیگر محاسبه می‌کند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1600200"/>
            <a:ext cx="3544824" cy="3200400"/>
          </a:xfrm>
          <a:prstGeom prst="roundRect">
            <a:avLst>
              <a:gd name="adj" fmla="val 2571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02024" y="182880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80136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پیامد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2468880"/>
            <a:ext cx="304190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درک وابستگی‌های دور و تولید متن روان؛ پایهٔ GPT، Claude، BERT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۶: Transformer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 از ۹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مرحلهٔ ۱: تبدیل کلمات به اعداد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کلمه به یک لیست بلند از اعداد (بردار) تبدیل می‌شود که معنایش را حمل می‌کند: «گربه» ← [۰٫۲، ۰٫۸، ۰٫۱، ...]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کلمات مشابه، عددهای مشابه می‌گیرند؛ پس «معنا» در فضای عددی قابل سنجش می‌شود.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مثال: «شیر» به‌تنهایی مبهم است: در «شیر جنگل» حیوان است، در «شیر آب» وسیلهٔ آشپزخانه، در «شیر خوردن» نوشیدنی.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کدام معنا؟ مرحلهٔ بعد (Attention) با کمک زمینه مشخص می‌کند.</a:t>
            </a:r>
            <a:endParaRPr lang="en-US" sz="1700" dirty="0"/>
          </a:p>
        </p:txBody>
      </p:sp>
      <p:pic>
        <p:nvPicPr>
          <p:cNvPr id="5" name="Image 0" descr="/home/nsafari/projects/hobbies/ai-training/workshops/slide-assets/word-embed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97680"/>
            <a:ext cx="4206240" cy="1874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17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تصویر: درس یادگیری ماشین دانشگاه شریف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۶: Transformer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۵ از ۹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مرحلهٔ ۲: Attention (توجه)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کلمه میزان ارتباطش با همهٔ کلمات دیگر را محاسبه می‌کند و به کلماتِ مرتبط‌تر توجهٔ بیشتری می‌دهد.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نتیجه: معنای هر کلمه بر اساس زمینهٔ جمله اصلاح می‌شود.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مثال: در «علی به بانک رفت چون او پول لازم داشت»، واژهٔ «او» بیشتر از همه به «علی» توجه می‌کند.</a:t>
            </a:r>
            <a:endParaRPr lang="en-US" sz="1700" dirty="0"/>
          </a:p>
        </p:txBody>
      </p:sp>
      <p:pic>
        <p:nvPicPr>
          <p:cNvPr id="5" name="Image 0" descr="/home/nsafari/projects/hobbies/ai-training/workshops/slide-assets/self-atten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877824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تصویر: درس یادگیری ماشین دانشگاه شریف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۶: Transformer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۶ از ۹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مثال دقیق: «او» به چه کسی برمی‌گردد؟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371600"/>
          <a:ext cx="4206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</a:tblGrid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سهم توجه «او»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کلمه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۷۰٪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علی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۵٪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پول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۵٪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بانک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مجموعاً ۲۰٪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بقیهٔ کلمات</a:t>
                      </a:r>
                      <a:endParaRPr lang="en-US" sz="15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1371600"/>
            <a:ext cx="667512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جمع سهم‌ها همیشه ۱۰۰٪ است؛ مثل توزیع دقت.</a:t>
            </a:r>
            <a:pPr rtl="1" algn="r" marL="127000" indent="-1270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معنای جدید «او» = ترکیب وزن‌دار از معنای این کلمات.</a:t>
            </a:r>
            <a:pPr rtl="1" algn="r" marL="127000" indent="-1270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عمل: «او» به «علی» وصل می‌شود؛ همین‌جاست که مدل مرجع ضمیر را پیدا می‌کند.</a:t>
            </a:r>
            <a:pPr rtl="1" algn="r" marL="127000" indent="-1270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این کار برای هر کلمهٔ جمله انجام می‌شود، نه فقط «او».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۶: Transformer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۷ از ۹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مراحل ۳ تا ۵ و یک قیاس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مرحلهٔ ۳ - Feed-Forward: الگوهای ذخیره‌شده در پارامترها روی نتیجهٔ توجه اعمال می‌شود.</a:t>
            </a:r>
            <a:pPr rtl="1" algn="r" marL="127000" indent="-1270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مرحلهٔ ۴ - تکرار: این دو عمل، در چندین لایه پشت سر هم؛ هر دور معنا غنی‌تر می‌شود.</a:t>
            </a:r>
            <a:pPr rtl="1" algn="r" marL="127000" indent="-1270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مرحلهٔ ۵ - پیش‌بینی: در پایان، احتمالِ کلمهٔ بعد خروجی داده می‌شود.</a:t>
            </a:r>
            <a:pPr rtl="1" algn="r" marL="127000" indent="-127000">
              <a:lnSpc>
                <a:spcPts val="26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قیاس میزگرد: هر نفر (کلمه) می‌پرسد «برای فهم نقشم به حرف چه کسانی گوش بدهم؟» و به همان‌ها بیشتر گوش می‌دهد؛ این گفت‌وگو چند دور تکرار می‌شود.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۶: Transformer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۸ از ۹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خلاصهٔ جلسهٔ 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Transformer همهٔ کلمات را هم‌زمان می‌بیند و هر کلمه را در رابطه با بقیه می‌فهمد.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Attention: هر کلمه به کلمات مرتبط‌تر توجهٔ بیشتری می‌کند؛ معنا بر اساس زمینه اصلاح می‌شود.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رفتار مدل «ظهوری» است: از تنظیم میلیاردها پارامتر پدید می‌آید؛ قدرتمند ولی شفاف نیست.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جلسهٔ بعد: این مدل چطور آموزش داده می‌شود؟ یادگیری خودنظارتی.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۶: Transformer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۹ از ۹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2026-10-02T06:08:31Z</dcterms:created>
  <dcterms:modified xsi:type="dcterms:W3CDTF">2026-10-02T06:08:31Z</dcterms:modified>
</cp:coreProperties>
</file>