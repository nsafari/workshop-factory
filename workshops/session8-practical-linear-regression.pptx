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۸ از 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عملی: ساختن یک مدل ساده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پیش‌بینی قیمت خانه • ۲۰ دقیقه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آشنایی با مفاهیم هوش مصنوعی • کارگاه 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دستور جلسه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مسئله: پیش‌بینی قیمت خانه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اجرای زندهٔ کد در Google Colab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تفسیر نتایج با هم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خلاصهٔ کل کارگاه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۸: عملی - مدل ساده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 از ۹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مسئله: قیمت خانه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63040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قیمت (میلیارد تومان)</a:t>
                      </a:r>
                      <a:endParaRPr lang="en-US" sz="16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متراژ (متر)</a:t>
                      </a:r>
                      <a:endParaRPr lang="en-US" sz="16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۸</a:t>
                      </a:r>
                      <a:endParaRPr lang="en-US" sz="16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۸۰</a:t>
                      </a:r>
                      <a:endParaRPr lang="en-US" sz="16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۱۰</a:t>
                      </a:r>
                      <a:endParaRPr lang="en-US" sz="16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۱۰۰</a:t>
                      </a:r>
                      <a:endParaRPr lang="en-US" sz="16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۱۲</a:t>
                      </a:r>
                      <a:endParaRPr lang="en-US" sz="16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۱۲۰</a:t>
                      </a:r>
                      <a:endParaRPr lang="en-US" sz="16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1554480"/>
            <a:ext cx="548640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سؤال: خانهٔ ۱۱۰ متری چقدر می‌ارزد؟</a:t>
            </a:r>
            <a:pPr rtl="1" algn="r" marL="127000" indent="-127000">
              <a:lnSpc>
                <a:spcPts val="26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حدس شما چیست؟ (قبل از اجرای کد ثبتش می‌کنیم)</a:t>
            </a:r>
            <a:pPr rtl="1" algn="r" marL="127000" indent="-127000">
              <a:lnSpc>
                <a:spcPts val="26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مدل ما: رگرسیون خطی؛ ساده‌ترین مدل یادگیری ماشین و فقط ۲ پارامتر دارد.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۸: عملی - مدل ساده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 از ۹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اجرای زنده در Google Colab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کد توسط مدرس اجرا می‌شود؛ شما فقط قبل از هر بخش، خروجی را حدس بزنید.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64240" cy="3566160"/>
          </a:xfrm>
          <a:prstGeom prst="roundRect">
            <a:avLst>
              <a:gd name="adj" fmla="val 2051"/>
            </a:avLst>
          </a:prstGeom>
          <a:solidFill>
            <a:srgbClr val="F8F9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</a:t>
            </a:r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sklearn.linear_model import LinearRegression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np.array([[80], [100], [120]])   # متراژ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np.array([8, 10, 12])             # قیمت (میلیارد)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LinearRegression().fit(X, y)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model.predict([[110]])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۸: عملی - مدل ساده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۴ از ۹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نمودار نتیجه چه شکلی است؟</a:t>
            </a:r>
            <a:endParaRPr lang="en-US" sz="2600" dirty="0"/>
          </a:p>
        </p:txBody>
      </p:sp>
      <p:pic>
        <p:nvPicPr>
          <p:cNvPr id="4" name="Image 0" descr="/home/nsafari/projects/hobbies/ai-training/workshops/slide-assets/regression-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8521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645920"/>
            <a:ext cx="484632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سه نقطهٔ داده + بهترین خط عبوری.</a:t>
            </a:r>
            <a:pPr rtl="1" algn="r" marL="127000" indent="-127000">
              <a:lnSpc>
                <a:spcPts val="26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خطِ مدل: قیمت = متراژ × ۰٫۱ (همین ۰٫۱ و عدد ثابت، ۲ پارامتر مدل‌اند).</a:t>
            </a:r>
            <a:pPr rtl="1" algn="r" marL="127000" indent="-127000">
              <a:lnSpc>
                <a:spcPts val="26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پاسخ مدل برای ۱۱۰ متر: ۱۱ میلیارد تومان؛ آیا حدس شما هم همین بود؟</a:t>
            </a:r>
            <a:pPr rtl="1" algn="r" marL="127000" indent="-127000">
              <a:lnSpc>
                <a:spcPts val="26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تصویر: درس یادگیری ماشین دانشگاه شریف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۸: عملی - مدل ساده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۵ از ۹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خروجی‌ها چه معنایی می‌دهند؟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095488" y="164592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48872" y="187452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8324088" y="184708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شیب (۰٫۱)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24088" y="251460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هر متر بیشتر، چقدر به قیمت اضافه می‌کند: ۱۰۰ میلیون تومان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2064" y="164592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5448" y="187452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4550664" y="184708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بایاس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50664" y="251460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عدد ثابتِ خط؛ قیمت پایه در متراژ صفر (اینجا تقریباً صفر)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64592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2024" y="187452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84708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R²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7240" y="251460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چقدر خط به داده‌ها می‌نشیند؛ نزدیک‌تر به ۱ یعنی برازش بهتر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این همان رابطه‌ای است که مدل در جلسهٔ ۲ از داده «کشف» کرد.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۸: عملی - مدل ساده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۶ از ۹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سؤالات پایانی (گفت‌وگو)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6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۱. LLM چطور یاد می‌گیرد؟</a:t>
            </a:r>
            <a:pPr rtl="1" algn="r" indent="0" marL="0">
              <a:lnSpc>
                <a:spcPts val="26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۲. پارامترها چه کاری انجام می‌دهند؟</a:t>
            </a:r>
            <a:pPr rtl="1" algn="r" indent="0" marL="0">
              <a:lnSpc>
                <a:spcPts val="26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۳. تفاوت پارامترها، داده‌های آموزشی و زمینهٔ (Context) چیست؟</a:t>
            </a:r>
            <a:pPr rtl="1" algn="r" indent="0" marL="0">
              <a:lnSpc>
                <a:spcPts val="26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۴. در جملهٔ «علی به بانک رفت چون او پول لازم داشت»، واژهٔ «او» بیشتر به کدام کلمه توجه می‌کند؟ چرا؟</a:t>
            </a:r>
            <a:pPr rtl="1" algn="r" indent="0" marL="0">
              <a:lnSpc>
                <a:spcPts val="26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۵. آیا LLM واقعاً فکر می‌کند؟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۸: عملی - مدل ساده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۷ از ۹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خلاصهٔ کل کارگاه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از AI تا ML و LLM؛ از پارامتر و نورون تا Transformer و Attention.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آموزش LLM = حدس کلمهٔ بعد روی مقیاس اینترنت (خودنظارتی).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شما امروز یک مدل واقعی ساختید و خروجی‌اش را تفسیر کردید.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گام بعدی: کارگاه ۲ - مفهوم Agent و ابزارهای هوشمند.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۸: عملی - مدل ساده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۸ از ۹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منابع و ادامهٔ مسیر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ویدیو: 3Blue1Brown - Large Language Models explained briefly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مقاله: Illustrated Transformer (Jay Alammar)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درس فارسی یادگیری ماشین دانشگاه شریف: sharifml.ir و ریپازیتوری GitHub آن (منبع تصاویر همین دک‌ها)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ابزار تعاملی شبکهٔ عصبی در مرورگر: TensorFlow Playground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بعدی: مفهوم Agent و ابزارهای هوشمند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۸: عملی - مدل ساده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۹ از ۹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2026-10-02T06:08:31Z</dcterms:created>
  <dcterms:modified xsi:type="dcterms:W3CDTF">2026-10-02T06:08:31Z</dcterms:modified>
</cp:coreProperties>
</file>