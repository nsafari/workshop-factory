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پشت صحنهٔ LLM: پارامترها چه‌اند و چرا مهم‌اند.
سؤال شروع: «ChatGPT چطور این همه چیز یاد گرفته؟»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مرور: LLM = مدل زبانی بزرگ، حدس کلمهٔ بعد.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مثال کارشده (حساب ملموس بزرگی):
مدل جلسهٔ ۸ فقط ۲ پارامتر دارد (شیب و بایاس).
حالا GPT-3 با حدود ۱۷۵ میلیارد پارامتر: اگر چرخاندن هر ولوم فقط ۱ ثانیه طول بکشد، تنظیم همهٔ آن‌ها حدود ۵٬۵۰۰ سال طول می‌کشد!
نتیجه: آموزش مدل‌های بزرگ فقط با کامپیوتر ممکن است.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این جدول را با عدد واقعی توضیح دهید.
پل به جلسهٔ ۸: مدل قیمت خانهٔ ما فقط ۲ پارامتر دارد.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نکته: بزرگ‌تر بودن همیشه بهتر نیست.
مثال: مدلی با ۱۰۰ میلیارد پارامتر ولی دادهٔ بد، از مدلی با ۱ میلیارد پارامتر و دادهٔ خوب بدتر است.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سؤال: «اگر مدل ما فقط ۲ پارامتر دارد، چطور می‌تواند قیمت خانه را پیش‌بینی کند؟»
جواب: چون رابطهٔ ساده‌ای بین متراژ و قیمت وجود دارد.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DE3EA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۴ از 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پشت صحنهٔ LLM: پارامترها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3375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DDE3EA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۲۰ دقیقه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آشنایی با مفاهیم هوش مصنوعی • کارگاه 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دستور جلسه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مرور جلسهٔ قبل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پارامتر چیست؟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چرا تعداد پارامتر مهم است؟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مقایسهٔ مقیاس واقعی مدل‌ها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۴: پارامترها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 از ۶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پارامتر چیست؟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پارامترها عددهای داخل مدل‌اند که در طول آموزش بارها ریز تنظیم می‌شوند تا جواب‌ها بهتر شود.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قیاس: دستگاهی با صدها میلیارد ولوم کوچک که همگی آن‌قدر چرخانده شده‌اند تا خروجیِ درست بدهد.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مجموعهٔ این عددها، دانشِ آموخته‌شدهٔ مدل است؛ نه پایگاه داده، نه جست‌وجو.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۴: پارامترها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۳ از ۶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مقایسهٔ مقیاس واقعی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926080"/>
                <a:gridCol w="4114800"/>
              </a:tblGrid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نکته</a:t>
                      </a:r>
                      <a:endParaRPr lang="en-US" sz="15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تعداد پارامتر</a:t>
                      </a:r>
                      <a:endParaRPr lang="en-US" sz="15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مدل</a:t>
                      </a:r>
                      <a:endParaRPr lang="en-US" sz="15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شیب و بایاس؛ همین‌قدر ساده</a:t>
                      </a:r>
                      <a:endParaRPr lang="en-US" sz="15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۲ پارامتر</a:t>
                      </a:r>
                      <a:endParaRPr lang="en-US" sz="15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مدل قیمت خانه (جلسهٔ ۸)</a:t>
                      </a:r>
                      <a:endParaRPr lang="en-US" sz="15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روی کامپیوتر خانگی هم اجرا می‌شود</a:t>
                      </a:r>
                      <a:endParaRPr lang="en-US" sz="15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حدود ۸ میلیارد</a:t>
                      </a:r>
                      <a:endParaRPr lang="en-US" sz="15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Llama 3 (نسخهٔ کوچک)</a:t>
                      </a:r>
                      <a:endParaRPr lang="en-US" sz="15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نیازمند صدها کارت گرافیک</a:t>
                      </a:r>
                      <a:endParaRPr lang="en-US" sz="15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حدود ۱۷۵ میلیارد</a:t>
                      </a:r>
                      <a:endParaRPr lang="en-US" sz="15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GPT-3</a:t>
                      </a:r>
                      <a:endParaRPr lang="en-US" sz="15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۴: پارامترها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۴ از ۶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چرا تعداد پارامتر مهم است؟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095488" y="1554480"/>
            <a:ext cx="3544824" cy="3108960"/>
          </a:xfrm>
          <a:prstGeom prst="roundRect">
            <a:avLst>
              <a:gd name="adj" fmla="val 264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548872" y="178308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8324088" y="175564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ظرفیت یادگیری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324088" y="2423160"/>
            <a:ext cx="3041904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پارامتر بیشتر = توان ذخیرهٔ الگوهای پیچیده‌تر و ظریف‌تر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2064" y="1554480"/>
            <a:ext cx="3544824" cy="3108960"/>
          </a:xfrm>
          <a:prstGeom prst="roundRect">
            <a:avLst>
              <a:gd name="adj" fmla="val 264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5448" y="178308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4550664" y="175564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هزینهٔ واقعی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50664" y="2423160"/>
            <a:ext cx="3041904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آموزش و اجرای مدل بزرگ‌تر، سخت‌افزار و انرژی بیشتری می‌خواهد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1554480"/>
            <a:ext cx="3544824" cy="3108960"/>
          </a:xfrm>
          <a:prstGeom prst="roundRect">
            <a:avLst>
              <a:gd name="adj" fmla="val 264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2024" y="178308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75564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بزرگ‌تر ≠ بهتر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77240" y="2423160"/>
            <a:ext cx="3041904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کیفیت داده و آموزش درست، به‌اندازهٔ اندازهٔ مدل مهم است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۴: پارامترها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۵ از ۶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خلاصهٔ جلسهٔ ۴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پارامتر = عددهای تنظیم‌شدهٔ مدل در طول آموزش؛ حامل دانش آموخته‌شده.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مقیاس از ۲ پارامتر (مدل سادهٔ ما) تا صدها میلیارد (GPT-3).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جلسهٔ بعد: شبکهٔ عصبی چیست و این عددها کجای آن قرار می‌گیرند؟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۴: پارامترها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۶ از ۶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2026-10-03T15:16:08Z</dcterms:created>
  <dcterms:modified xsi:type="dcterms:W3CDTF">2026-10-03T15:16:08Z</dcterms:modified>
</cp:coreProperties>
</file>