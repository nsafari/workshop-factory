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4173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DDE3E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کارگاه ۱ • جلسهٔ ۴ از ۸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پشت صحنهٔ LLM: پارامترها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33375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DDE3E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۲۰ دقیقه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آشنایی با مفاهیم هوش مصنوعی • کارگاه ۱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74552" y="384048"/>
            <a:ext cx="73152" cy="56692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0561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دستور جلسه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مرور جلسهٔ قبل</a:t>
            </a:r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پارامتر چیست؟</a:t>
            </a:r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چرا تعداد پارامتر مهم است؟</a:t>
            </a:r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مقایسهٔ مقیاس واقعی مدل‌ها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0" y="6455664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کارگاه ۱ • جلسهٔ ۴: پارامترها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" y="645566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۲ از ۶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74552" y="384048"/>
            <a:ext cx="73152" cy="56692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0561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پارامتر چیست؟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پارامترها عددهای داخل مدل‌اند که در طول آموزش بارها ریز تنظیم می‌شوند تا جواب‌ها بهتر شود.</a:t>
            </a:r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قیاس: دستگاهی با صدها میلیارد ولوم کوچک که همگی آن‌قدر چرخانده شده‌اند تا خروجیِ درست بدهد.</a:t>
            </a:r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مجموعهٔ این عددها، دانشِ آموخته‌شدهٔ مدل است؛ نه پایگاه داده، نه جست‌وجو.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0" y="6455664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کارگاه ۱ • جلسهٔ ۴: پارامترها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" y="645566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۳ از ۶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74552" y="384048"/>
            <a:ext cx="73152" cy="56692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0561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مقایسهٔ مقیاس واقعی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2926080"/>
                <a:gridCol w="4114800"/>
              </a:tblGrid>
              <a:tr h="47548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نکته</a:t>
                      </a:r>
                      <a:endParaRPr lang="en-US" sz="15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تعداد پارامتر</a:t>
                      </a:r>
                      <a:endParaRPr lang="en-US" sz="15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مدل</a:t>
                      </a:r>
                      <a:endParaRPr lang="en-US" sz="15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شیب و بایاس؛ همین‌قدر ساده</a:t>
                      </a:r>
                      <a:endParaRPr lang="en-US" sz="15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۲ پارامتر</a:t>
                      </a:r>
                      <a:endParaRPr lang="en-US" sz="15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مدل قیمت خانه (جلسهٔ ۸)</a:t>
                      </a:r>
                      <a:endParaRPr lang="en-US" sz="15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روی کامپیوتر خانگی هم اجرا می‌شود</a:t>
                      </a:r>
                      <a:endParaRPr lang="en-US" sz="15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حدود ۸ میلیارد</a:t>
                      </a:r>
                      <a:endParaRPr lang="en-US" sz="15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Llama 3 (نسخهٔ کوچک)</a:t>
                      </a:r>
                      <a:endParaRPr lang="en-US" sz="15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نیازمند صدها کارت گرافیک</a:t>
                      </a:r>
                      <a:endParaRPr lang="en-US" sz="15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حدود ۱۷۵ میلیارد</a:t>
                      </a:r>
                      <a:endParaRPr lang="en-US" sz="15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GPT-3</a:t>
                      </a:r>
                      <a:endParaRPr lang="en-US" sz="15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0" y="6455664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کارگاه ۱ • جلسهٔ ۴: پارامترها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20040" y="645566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۴ از ۶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74552" y="384048"/>
            <a:ext cx="73152" cy="56692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0561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چرا تعداد پارامتر مهم است؟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95488" y="1554480"/>
            <a:ext cx="3544824" cy="3108960"/>
          </a:xfrm>
          <a:prstGeom prst="roundRect">
            <a:avLst>
              <a:gd name="adj" fmla="val 2647"/>
            </a:avLst>
          </a:prstGeom>
          <a:solidFill>
            <a:srgbClr val="F2F4F7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48872" y="1783080"/>
            <a:ext cx="54864" cy="4572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6" name="Text 4"/>
          <p:cNvSpPr/>
          <p:nvPr/>
        </p:nvSpPr>
        <p:spPr>
          <a:xfrm>
            <a:off x="8324088" y="1755648"/>
            <a:ext cx="30419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ظرفیت یادگیری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324088" y="2423160"/>
            <a:ext cx="3041904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پارامتر بیشتر = توان ذخیرهٔ الگوهای پیچیده‌تر و ظریف‌تر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22064" y="1554480"/>
            <a:ext cx="3544824" cy="3108960"/>
          </a:xfrm>
          <a:prstGeom prst="roundRect">
            <a:avLst>
              <a:gd name="adj" fmla="val 2647"/>
            </a:avLst>
          </a:prstGeom>
          <a:solidFill>
            <a:srgbClr val="F2F4F7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5448" y="1783080"/>
            <a:ext cx="54864" cy="4572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0" name="Text 8"/>
          <p:cNvSpPr/>
          <p:nvPr/>
        </p:nvSpPr>
        <p:spPr>
          <a:xfrm>
            <a:off x="4550664" y="1755648"/>
            <a:ext cx="30419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هزینهٔ واقعی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50664" y="2423160"/>
            <a:ext cx="3041904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آموزش و اجرای مدل بزرگ‌تر، سخت‌افزار و انرژی بیشتری می‌خواهد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1554480"/>
            <a:ext cx="3544824" cy="3108960"/>
          </a:xfrm>
          <a:prstGeom prst="roundRect">
            <a:avLst>
              <a:gd name="adj" fmla="val 2647"/>
            </a:avLst>
          </a:prstGeom>
          <a:solidFill>
            <a:srgbClr val="F2F4F7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02024" y="1783080"/>
            <a:ext cx="54864" cy="4572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1755648"/>
            <a:ext cx="30419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بزرگ‌تر ≠ بهتر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77240" y="2423160"/>
            <a:ext cx="3041904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کیفیت داده و آموزش درست، به‌اندازهٔ اندازهٔ مدل مهم است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0" y="6455664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کارگاه ۱ • جلسهٔ ۴: پارامترها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" y="645566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۵ از ۶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74552" y="384048"/>
            <a:ext cx="73152" cy="56692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0561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خلاصهٔ جلسهٔ ۴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پارامتر = عددهای تنظیم‌شدهٔ مدل در طول آموزش؛ حامل دانش آموخته‌شده.</a:t>
            </a:r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مقیاس از ۲ پارامتر (مدل سادهٔ ما) تا صدها میلیارد (GPT-3).</a:t>
            </a:r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جلسهٔ بعد: شبکهٔ عصبی چیست و این عددها کجای آن قرار می‌گیرند؟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0" y="6455664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کارگاه ۱ • جلسهٔ ۴: پارامترها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" y="645566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۶ از ۶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2026-10-02T06:08:31Z</dcterms:created>
  <dcterms:modified xsi:type="dcterms:W3CDTF">2026-10-02T06:08:31Z</dcterms:modified>
</cp:coreProperties>
</file>